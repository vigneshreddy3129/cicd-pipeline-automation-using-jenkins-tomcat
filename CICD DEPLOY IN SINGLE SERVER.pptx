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Jenkins + Tomcat Deployment (Single Server)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step-by-step with Linux commands</a:t>
            </a:r>
          </a:p>
          <a:p>
            <a:r>
              <a:t>Beginner friendly 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🖥️ Architecture Diagram (Flow)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</a:t>
            </a:r>
          </a:p>
          <a:p>
            <a:r>
              <a:t>  ↓ git push</a:t>
            </a:r>
          </a:p>
          <a:p>
            <a:r>
              <a:t>Git Repository</a:t>
            </a:r>
          </a:p>
          <a:p>
            <a:r>
              <a:t>  ↓ Jenkins pull</a:t>
            </a:r>
          </a:p>
          <a:p>
            <a:r>
              <a:t>Jenkins (8080)</a:t>
            </a:r>
          </a:p>
          <a:p>
            <a:r>
              <a:t>  ↓ mvn build</a:t>
            </a:r>
          </a:p>
          <a:p>
            <a:r>
              <a:t>WAR File</a:t>
            </a:r>
          </a:p>
          <a:p>
            <a:r>
              <a:t>  ↓ copy</a:t>
            </a:r>
          </a:p>
          <a:p>
            <a:r>
              <a:t>Tomcat (8081)</a:t>
            </a:r>
          </a:p>
          <a:p>
            <a:r>
              <a:t>  ↓ deploy</a:t>
            </a:r>
          </a:p>
          <a:p>
            <a:r>
              <a:t>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🖥️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Linux Server</a:t>
            </a:r>
          </a:p>
          <a:p>
            <a:r>
              <a:t>• Java, Maven, Git, Jenkins, Tomcat</a:t>
            </a:r>
          </a:p>
          <a:p>
            <a:r>
              <a:t>• Jenkins builds &amp; deploys WAR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Step 0: Login to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ssh user@SERVER-IP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☕ Step 1: Install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yum install java-11-openjdk -y</a:t>
            </a:r>
          </a:p>
          <a:p>
            <a:r>
              <a:t>java -version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📦 Step 2: Install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yum install maven -y</a:t>
            </a:r>
          </a:p>
          <a:p>
            <a:r>
              <a:t>mvn -version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Step 3: Install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yum install git -y</a:t>
            </a:r>
          </a:p>
          <a:p>
            <a:r>
              <a:t>git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Step 4: Install Tomcat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cd /opt</a:t>
            </a:r>
          </a:p>
          <a:p>
            <a:r>
              <a:t>sudo wget https://dlcdn.apache.org/tomcat/tomcat-9/v9.0.85/bin/apache-tomcat-9.0.85.tar.gz</a:t>
            </a:r>
          </a:p>
          <a:p>
            <a:r>
              <a:t>sudo tar -xvzf apache-tomcat-9.0.85.tar.gz</a:t>
            </a:r>
          </a:p>
          <a:p>
            <a:r>
              <a:t>sudo mv apache-tomcat-9.0.85 tomcat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🔁 Step 5: Change Tomcat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vi /opt/tomcat/conf/server.xml</a:t>
            </a:r>
          </a:p>
          <a:p>
            <a:r>
              <a:t>Change port 8080 ➜ 8081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▶️ Step 6: Start Tomcat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/opt/tomcat/bin/startup.sh</a:t>
            </a:r>
          </a:p>
          <a:p>
            <a:r>
              <a:t>Access: http://SERVER-IP:8081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Step 7: Install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yum install jenkins -y</a:t>
            </a:r>
          </a:p>
          <a:p>
            <a:r>
              <a:t>sudo systemctl start jenkins</a:t>
            </a:r>
          </a:p>
          <a:p>
            <a:r>
              <a:t>sudo systemctl enable jenkins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🔑 Step 8: Unlock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cat /var/lib/jenkins/secrets/initialAdminPassword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Step 9: Jenkins Tool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Jenkins ➜ Global Tool Configuration</a:t>
            </a:r>
          </a:p>
          <a:p>
            <a:r>
              <a:t>Configure JDK &amp; Maven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🧱 Step 10: Create Jenkins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Item ➜ Freestyle Project</a:t>
            </a:r>
          </a:p>
          <a:p>
            <a:r>
              <a:t>Name: tomcat-deploy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🔗 Step 11: Git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 URL</a:t>
            </a:r>
          </a:p>
          <a:p>
            <a:r>
              <a:t>Branch: 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Step 12: Build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mvn clean package</a:t>
            </a:r>
          </a:p>
          <a:p>
            <a:r>
              <a:t>WAR created in target folder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📤 Step 13: Deploy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 target/*.war /opt/tomcat/webapps/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📜 Final Jenkins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#!/bin/bash</a:t>
            </a:r>
          </a:p>
          <a:p>
            <a:r>
              <a:t>mvn clean package</a:t>
            </a:r>
          </a:p>
          <a:p>
            <a:r>
              <a:t>cp target/*.war /opt/tomcat/webapps/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🌍 Access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http://SERVER-IP:8081/yourapp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Why This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Jenkins builds the app</a:t>
            </a:r>
          </a:p>
          <a:p>
            <a:r>
              <a:t>• Tomcat runs the app</a:t>
            </a:r>
          </a:p>
          <a:p>
            <a:r>
              <a:t>• Same server → No SSH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🎤 Interview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 pulls code from Git, builds a WAR using Maven,</a:t>
            </a:r>
          </a:p>
          <a:p>
            <a:r>
              <a:t>and deploys it to Tomcat on the same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