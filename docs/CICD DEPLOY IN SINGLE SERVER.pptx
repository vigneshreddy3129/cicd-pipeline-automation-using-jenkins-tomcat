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57975-080B-4F74-A0B4-9B98268840F0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D9447-CE2D-4632-9714-5E5D82D1A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1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D9447-CE2D-4632-9714-5E5D82D1AF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26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🚀 Jenkins + Tomcat Deployment (Single Server)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step-by-step with Linux commands</a:t>
            </a:r>
          </a:p>
          <a:p>
            <a:r>
              <a:t>Beginner friendly 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🖥️ Architecture Diagram (Flow)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Developer</a:t>
            </a:r>
          </a:p>
          <a:p>
            <a:r>
              <a:t>  ↓ git push</a:t>
            </a:r>
          </a:p>
          <a:p>
            <a:r>
              <a:t>Git Repository</a:t>
            </a:r>
          </a:p>
          <a:p>
            <a:r>
              <a:t>  ↓ Jenkins pull</a:t>
            </a:r>
          </a:p>
          <a:p>
            <a:r>
              <a:t>Jenkins (8080)</a:t>
            </a:r>
          </a:p>
          <a:p>
            <a:r>
              <a:t>  ↓ mvn build</a:t>
            </a:r>
          </a:p>
          <a:p>
            <a:r>
              <a:t>WAR File</a:t>
            </a:r>
          </a:p>
          <a:p>
            <a:r>
              <a:t>  ↓ copy</a:t>
            </a:r>
          </a:p>
          <a:p>
            <a:r>
              <a:t>Tomcat (8081)</a:t>
            </a:r>
          </a:p>
          <a:p>
            <a:r>
              <a:t>  ↓ deploy</a:t>
            </a:r>
          </a:p>
          <a:p>
            <a:r>
              <a:t>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🖥️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Linux Server</a:t>
            </a:r>
          </a:p>
          <a:p>
            <a:r>
              <a:t>• Java, Maven, Git, Jenkins, Tomcat</a:t>
            </a:r>
          </a:p>
          <a:p>
            <a:r>
              <a:t>• Jenkins builds &amp; deploys WAR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Step 0: Login to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 user@SERVER-IP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☕ Step 1: Install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apt install -y openjdk-11-jdk</a:t>
            </a:r>
          </a:p>
          <a:p>
            <a:r>
              <a:rPr dirty="0"/>
              <a:t>java -version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Step 2: Install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maven -y</a:t>
            </a:r>
          </a:p>
          <a:p>
            <a:r>
              <a:t>mvn 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Step 3: 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git -y</a:t>
            </a:r>
          </a:p>
          <a:p>
            <a:r>
              <a:t>git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Step 4: Install Tomcat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cd /opt</a:t>
            </a:r>
          </a:p>
          <a:p>
            <a:r>
              <a:t>sudo wget https://dlcdn.apache.org/tomcat/tomcat-9/v9.0.85/bin/apache-tomcat-9.0.85.tar.gz</a:t>
            </a:r>
          </a:p>
          <a:p>
            <a:r>
              <a:t>sudo tar -xvzf apache-tomcat-9.0.85.tar.gz</a:t>
            </a:r>
          </a:p>
          <a:p>
            <a:r>
              <a:t>sudo mv apache-tomcat-9.0.85 tomcat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🔁 Step 5: Change Tomcat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vi /opt/tomcat/conf/server.xml</a:t>
            </a:r>
          </a:p>
          <a:p>
            <a:r>
              <a:t>Change port 8080 ➜ 8081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▶️ Step 6: Start Tomcat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/opt/tomcat/bin/startup.sh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chown</a:t>
            </a:r>
            <a:r>
              <a:rPr lang="en-US" dirty="0"/>
              <a:t> -R </a:t>
            </a:r>
            <a:r>
              <a:rPr lang="en-US" dirty="0" err="1"/>
              <a:t>jenkins:jenkins</a:t>
            </a:r>
            <a:r>
              <a:rPr lang="en-US" dirty="0"/>
              <a:t> /opt/apache-tomcat-9.0.113</a:t>
            </a:r>
            <a:endParaRPr dirty="0"/>
          </a:p>
          <a:p>
            <a:r>
              <a:rPr dirty="0"/>
              <a:t>Access: http://SERVER-IP:8081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Step 7: Install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wget</a:t>
            </a:r>
            <a:r>
              <a:rPr lang="en-US" dirty="0"/>
              <a:t> -O /</a:t>
            </a:r>
            <a:r>
              <a:rPr lang="en-US" dirty="0" err="1"/>
              <a:t>usr</a:t>
            </a:r>
            <a:r>
              <a:rPr lang="en-US" dirty="0"/>
              <a:t>/share/keyrings/</a:t>
            </a:r>
            <a:r>
              <a:rPr lang="en-US" dirty="0" err="1"/>
              <a:t>jenkins-keyring.asc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https://pkg.jenkins.io/debian-stable/jenkins.io-2023.key</a:t>
            </a:r>
          </a:p>
          <a:p>
            <a:pPr marL="0" indent="0">
              <a:buNone/>
            </a:pPr>
            <a:r>
              <a:rPr lang="en-US" dirty="0"/>
              <a:t>echo "deb [signed-by=/</a:t>
            </a:r>
            <a:r>
              <a:rPr lang="en-US" dirty="0" err="1"/>
              <a:t>usr</a:t>
            </a:r>
            <a:r>
              <a:rPr lang="en-US" dirty="0"/>
              <a:t>/share/keyrings/</a:t>
            </a:r>
            <a:r>
              <a:rPr lang="en-US" dirty="0" err="1"/>
              <a:t>jenkins-keyring.asc</a:t>
            </a:r>
            <a:r>
              <a:rPr lang="en-US" dirty="0"/>
              <a:t>]" \</a:t>
            </a:r>
          </a:p>
          <a:p>
            <a:pPr marL="0" indent="0">
              <a:buNone/>
            </a:pPr>
            <a:r>
              <a:rPr lang="en-US" dirty="0"/>
              <a:t>  https://pkg.jenkins.io/debian-stable binary/ | </a:t>
            </a:r>
            <a:r>
              <a:rPr lang="en-US" dirty="0" err="1"/>
              <a:t>sudo</a:t>
            </a:r>
            <a:r>
              <a:rPr lang="en-US" dirty="0"/>
              <a:t> tee \</a:t>
            </a:r>
          </a:p>
          <a:p>
            <a:pPr marL="0" indent="0">
              <a:buNone/>
            </a:pPr>
            <a:r>
              <a:rPr lang="en-US" dirty="0"/>
              <a:t> 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sources.list.d</a:t>
            </a:r>
            <a:r>
              <a:rPr lang="en-US" dirty="0"/>
              <a:t>/</a:t>
            </a:r>
            <a:r>
              <a:rPr lang="en-US" dirty="0" err="1"/>
              <a:t>jenkins.list</a:t>
            </a:r>
            <a:r>
              <a:rPr lang="en-US" dirty="0"/>
              <a:t> &gt; /dev/null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marL="0" indent="0">
              <a:buNone/>
            </a:pPr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/>
              <a:t>jenkins</a:t>
            </a:r>
            <a:r>
              <a:rPr lang="en-US" dirty="0"/>
              <a:t> -y</a:t>
            </a:r>
          </a:p>
          <a:p>
            <a:pPr marL="0" indent="0">
              <a:buNone/>
            </a:pPr>
            <a:endParaRPr lang="en-US" dirty="0"/>
          </a:p>
          <a:p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start </a:t>
            </a:r>
            <a:r>
              <a:rPr dirty="0" err="1"/>
              <a:t>jenkins</a:t>
            </a:r>
            <a:endParaRPr dirty="0"/>
          </a:p>
          <a:p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enable </a:t>
            </a:r>
            <a:r>
              <a:rPr dirty="0" err="1"/>
              <a:t>jenkins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🔑 Step 8: Unlock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cat /var/lib/jenkins/secrets/initialAdminPassword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Step 9: Jenkins Tool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Manage Jenkins ➜ Global Tool Configuration</a:t>
            </a:r>
          </a:p>
          <a:p>
            <a:r>
              <a:rPr dirty="0"/>
              <a:t>Configure JDK &amp; Maven</a:t>
            </a:r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/lib/</a:t>
            </a:r>
            <a:r>
              <a:rPr lang="en-US" dirty="0" err="1"/>
              <a:t>jvm</a:t>
            </a:r>
            <a:r>
              <a:rPr lang="en-US" dirty="0"/>
              <a:t>/java-11-openjdk-amd64</a:t>
            </a:r>
          </a:p>
          <a:p>
            <a:r>
              <a:rPr lang="en-US" dirty="0"/>
              <a:t>Maven (auto install)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🧱 Step 10: Create Jenkins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New Item ➜ Freestyle Project</a:t>
            </a:r>
          </a:p>
          <a:p>
            <a:r>
              <a:rPr dirty="0"/>
              <a:t>Name: tomcat-deplo</a:t>
            </a:r>
            <a:r>
              <a:rPr lang="en-US" dirty="0"/>
              <a:t>y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12480" cy="1143000"/>
          </a:xfrm>
        </p:spPr>
        <p:txBody>
          <a:bodyPr>
            <a:normAutofit fontScale="90000"/>
          </a:bodyPr>
          <a:lstStyle/>
          <a:p>
            <a:r>
              <a:rPr dirty="0"/>
              <a:t>🔗 Step 11: </a:t>
            </a:r>
            <a:r>
              <a:rPr lang="en-US" dirty="0"/>
              <a:t>Source Code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472"/>
            <a:ext cx="8229600" cy="4525963"/>
          </a:xfrm>
        </p:spPr>
        <p:txBody>
          <a:bodyPr/>
          <a:lstStyle/>
          <a:p>
            <a:r>
              <a:rPr dirty="0"/>
              <a:t>Repository URL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https://github.com/vigneshreddy3129/CICD-Pipeline-Automation-using-Jenkins-Tomcat.git</a:t>
            </a:r>
            <a:endParaRPr sz="1600" dirty="0"/>
          </a:p>
          <a:p>
            <a:r>
              <a:rPr dirty="0"/>
              <a:t>Branch: 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🏗️ Step 12: </a:t>
            </a:r>
            <a:r>
              <a:rPr lang="en-US" dirty="0"/>
              <a:t>Build 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Invoke top-level Maven targets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dirty="0"/>
              <a:t>Maven Version :  maven </a:t>
            </a:r>
          </a:p>
          <a:p>
            <a:pPr marL="0" indent="0">
              <a:buNone/>
            </a:pPr>
            <a:r>
              <a:rPr lang="en-US" dirty="0"/>
              <a:t>     Goals                 :  </a:t>
            </a:r>
            <a:r>
              <a:rPr dirty="0"/>
              <a:t>package</a:t>
            </a:r>
          </a:p>
          <a:p>
            <a:r>
              <a:rPr lang="en-US" b="1" dirty="0"/>
              <a:t>Execute shell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sz="1050" b="1" dirty="0"/>
              <a:t>cp /var/lib/</a:t>
            </a:r>
            <a:r>
              <a:rPr lang="en-US" sz="1050" b="1" dirty="0" err="1"/>
              <a:t>jenkins</a:t>
            </a:r>
            <a:r>
              <a:rPr lang="en-US" sz="1050" b="1" dirty="0"/>
              <a:t>/workspace/'code compile +testing +package +deployment'/target/*.war  /opt/apache-tomcat-9.0.113/webapps/</a:t>
            </a:r>
            <a:endParaRPr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📜 Final Jenkins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r>
              <a:rPr lang="en-US" dirty="0" err="1"/>
              <a:t>mvn</a:t>
            </a:r>
            <a:r>
              <a:rPr lang="en-US" dirty="0"/>
              <a:t> clean package</a:t>
            </a:r>
          </a:p>
          <a:p>
            <a:r>
              <a:rPr lang="en-US" dirty="0"/>
              <a:t>cp target/*.war /opt/tomcat/webapps/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Access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http://SERVER-IP:8081/yourapp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Jenkins builds the app</a:t>
            </a:r>
          </a:p>
          <a:p>
            <a:r>
              <a:t>• Tomcat runs the app</a:t>
            </a:r>
          </a:p>
          <a:p>
            <a:r>
              <a:t>• Same server → No SSH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🎤 Interview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pulls code from Git, builds a WAR using Maven,</a:t>
            </a:r>
          </a:p>
          <a:p>
            <a:r>
              <a:t>and deploys it to Tomcat on the same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560</Words>
  <Application>Microsoft Office PowerPoint</Application>
  <PresentationFormat>On-screen Show (4:3)</PresentationFormat>
  <Paragraphs>88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🚀 Jenkins + Tomcat Deployment (Single Server)</vt:lpstr>
      <vt:lpstr>🖥️ Architecture Diagram (Flow)</vt:lpstr>
      <vt:lpstr>🖥️ Scenario</vt:lpstr>
      <vt:lpstr>🔐 Step 0: Login to Server</vt:lpstr>
      <vt:lpstr>☕ Step 1: Install Java</vt:lpstr>
      <vt:lpstr>📦 Step 2: Install Maven</vt:lpstr>
      <vt:lpstr>🔧 Step 3: Install Git</vt:lpstr>
      <vt:lpstr>🌐 Step 4: Install Tomcat</vt:lpstr>
      <vt:lpstr>🔁 Step 5: Change Tomcat Port</vt:lpstr>
      <vt:lpstr>▶️ Step 6: Start Tomcat</vt:lpstr>
      <vt:lpstr>🤖 Step 7: Install Jenkins</vt:lpstr>
      <vt:lpstr>🔑 Step 8: Unlock Jenkins</vt:lpstr>
      <vt:lpstr>⚙️ Step 9: Jenkins Tool Config</vt:lpstr>
      <vt:lpstr>🧱 Step 10: Create Jenkins Job</vt:lpstr>
      <vt:lpstr>🔗 Step 11: Source Code Management</vt:lpstr>
      <vt:lpstr>🏗️ Step 12: Build Steps</vt:lpstr>
      <vt:lpstr>📜 Final Jenkins Script</vt:lpstr>
      <vt:lpstr>🌍 Access Application</vt:lpstr>
      <vt:lpstr>🧠 Why This Works</vt:lpstr>
      <vt:lpstr>🎤 Interview 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REDDY</dc:creator>
  <cp:keywords/>
  <dc:description>generated using python-pptx</dc:description>
  <cp:lastModifiedBy>VIGNESH REDDY</cp:lastModifiedBy>
  <cp:revision>6</cp:revision>
  <dcterms:created xsi:type="dcterms:W3CDTF">2013-01-27T09:14:16Z</dcterms:created>
  <dcterms:modified xsi:type="dcterms:W3CDTF">2025-12-26T22:37:35Z</dcterms:modified>
  <cp:category/>
</cp:coreProperties>
</file>