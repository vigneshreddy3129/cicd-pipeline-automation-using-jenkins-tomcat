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Jenkins + Tomcat Deployment Using Two Servers 🚀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CI/CD Automation using Jenkins, Maven, Git, and Apache Tomcat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Overview 🖥️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Servers Setup:</a:t>
            </a:r>
          </a:p>
          <a:p/>
          <a:p>
            <a:r>
              <a:t>Server 1: Jenkins Server</a:t>
            </a:r>
          </a:p>
          <a:p>
            <a:r>
              <a:t>- Java</a:t>
            </a:r>
          </a:p>
          <a:p>
            <a:r>
              <a:t>- Maven</a:t>
            </a:r>
          </a:p>
          <a:p>
            <a:r>
              <a:t>- Git</a:t>
            </a:r>
          </a:p>
          <a:p>
            <a:r>
              <a:t>- Jenkins</a:t>
            </a:r>
          </a:p>
          <a:p/>
          <a:p>
            <a:r>
              <a:t>Server 2: Tomcat Server</a:t>
            </a:r>
          </a:p>
          <a:p>
            <a:r>
              <a:t>- Java</a:t>
            </a:r>
          </a:p>
          <a:p>
            <a:r>
              <a:t>- Apache Tomcat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Workflow 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Developer pushes code to GitHub</a:t>
            </a:r>
          </a:p>
          <a:p>
            <a:r>
              <a:t>2. Jenkins pulls source code</a:t>
            </a:r>
          </a:p>
          <a:p>
            <a:r>
              <a:t>3. Jenkins builds WAR using Maven</a:t>
            </a:r>
          </a:p>
          <a:p>
            <a:r>
              <a:t>4. Jenkins connects to Tomcat server via SSH</a:t>
            </a:r>
          </a:p>
          <a:p>
            <a:r>
              <a:t>5. WAR file is deployed to Tomcat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 (Logical Flow) 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Developer → GitHub</a:t>
            </a:r>
          </a:p>
          <a:p>
            <a:r>
              <a:t>        ↓</a:t>
            </a:r>
          </a:p>
          <a:p>
            <a:r>
              <a:t> Jenkins Server (8080)</a:t>
            </a:r>
          </a:p>
          <a:p>
            <a:r>
              <a:t>  - Build WAR</a:t>
            </a:r>
          </a:p>
          <a:p>
            <a:r>
              <a:t>        ↓ (SSH + SCP)</a:t>
            </a:r>
          </a:p>
          <a:p>
            <a:r>
              <a:t> Tomcat Server (8081)</a:t>
            </a:r>
          </a:p>
          <a:p>
            <a:r>
              <a:t>  - Deploy Application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Details 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Jenkins Server IP: 192.168.1.10</a:t>
            </a:r>
          </a:p>
          <a:p>
            <a:r>
              <a:t>Tomcat Server IP: 192.168.1.20</a:t>
            </a:r>
          </a:p>
          <a:p>
            <a:r>
              <a:t>User: ec2-user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 Java (Both Servers) 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sudo yum install java-11-openjdk -y</a:t>
            </a:r>
          </a:p>
          <a:p>
            <a:r>
              <a:t>java -version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Jenkins Server Setup 🛠️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Maven &amp; Git:</a:t>
            </a:r>
          </a:p>
          <a:p>
            <a:r>
              <a:t>sudo yum install maven git -y</a:t>
            </a:r>
          </a:p>
          <a:p>
            <a:r>
              <a:t>mvn -version</a:t>
            </a:r>
          </a:p>
          <a:p>
            <a:r>
              <a:t>git --version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Tomcat Server Setup 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Download &amp; Install Tomcat:</a:t>
            </a:r>
          </a:p>
          <a:p>
            <a:r>
              <a:t>cd /opt</a:t>
            </a:r>
          </a:p>
          <a:p>
            <a:r>
              <a:t>wget https://dlcdn.apache.org/tomcat/...tar.gz</a:t>
            </a:r>
          </a:p>
          <a:p>
            <a:r>
              <a:t>tar -xvzf apache-tomcat-9.0.85.tar.gz</a:t>
            </a:r>
          </a:p>
          <a:p>
            <a:r>
              <a:t>mv apache-tomcat-9.0.85 tomcat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Change Tomcat Port 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Edit server.xml:</a:t>
            </a:r>
          </a:p>
          <a:p>
            <a:r>
              <a:t>&lt;Connector port="8080"&gt;</a:t>
            </a:r>
          </a:p>
          <a:p/>
          <a:p>
            <a:r>
              <a:t>Change to:</a:t>
            </a:r>
          </a:p>
          <a:p>
            <a:r>
              <a:t>&lt;Connector port="8081"&gt;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 Jenkins ⚙️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sudo yum install jenkins -y</a:t>
            </a:r>
          </a:p>
          <a:p>
            <a:r>
              <a:t>systemctl start jenkins</a:t>
            </a:r>
          </a:p>
          <a:p>
            <a:r>
              <a:t>systemctl enable jenkins</a:t>
            </a:r>
          </a:p>
          <a:p/>
          <a:p>
            <a:r>
              <a:t>Access: http://JENKINS-SERVER-IP:8080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Passwordless SSH Setup 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ssh-keygen</a:t>
            </a:r>
          </a:p>
          <a:p>
            <a:r>
              <a:t>ssh-copy-id ec2-user@TOMCAT-SERVER-IP</a:t>
            </a:r>
          </a:p>
          <a:p/>
          <a:p>
            <a:r>
              <a:t>Test:</a:t>
            </a:r>
          </a:p>
          <a:p>
            <a:r>
              <a:t>ssh ec2-user@TOMCAT-SERVER-IP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Jenkins Job Configuration 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Freestyle Project</a:t>
            </a:r>
          </a:p>
          <a:p>
            <a:r>
              <a:t>Configure Git Repository</a:t>
            </a:r>
          </a:p>
          <a:p>
            <a:r>
              <a:t>Add Build Step: mvn clean package</a:t>
            </a:r>
          </a:p>
          <a:p>
            <a:r>
              <a:t>Add Deploy Step: SCP WAR file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Jenkins Shell Script 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#!/bin/bash</a:t>
            </a:r>
          </a:p>
          <a:p>
            <a:r>
              <a:t>mvn clean package</a:t>
            </a:r>
          </a:p>
          <a:p>
            <a:r>
              <a:t>scp target/*.war ec2-user@TOMCAT-SERVER-IP:/opt/tomcat/webapps/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Access 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URL:</a:t>
            </a:r>
          </a:p>
          <a:p>
            <a:r>
              <a:t>http://TOMCAT-SERVER-IP:8081/yourapp</a:t>
            </a:r>
          </a:p>
          <a:p/>
          <a:p>
            <a:r>
              <a:t>Application deployed successfully 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Two Servers?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Separation of CI and CD</a:t>
            </a:r>
          </a:p>
          <a:p>
            <a:r>
              <a:t>Improved security</a:t>
            </a:r>
          </a:p>
          <a:p>
            <a:r>
              <a:t>Scalable production-ready setup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 One-Line Answer 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Jenkins pulls code from Git, builds a WAR using Maven, and deploys it to a remote Tomcat server via SSH by copying the WAR into the webapps directory.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